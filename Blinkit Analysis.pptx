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8D66B-2726-45F5-8916-A0D8906D162D}" v="77" dt="2026-09-20T09:24:15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al Reddy" userId="852d779d8d405db8" providerId="Windows Live" clId="Web-{7478D66B-2726-45F5-8916-A0D8906D162D}"/>
    <pc:docChg chg="mod delSld modSld addMainMaster delMainMaster">
      <pc:chgData name="Gopal Reddy" userId="852d779d8d405db8" providerId="Windows Live" clId="Web-{7478D66B-2726-45F5-8916-A0D8906D162D}" dt="2026-09-20T09:24:15.772" v="58"/>
      <pc:docMkLst>
        <pc:docMk/>
      </pc:docMkLst>
      <pc:sldChg chg="delSp modSp mod modClrScheme chgLayout">
        <pc:chgData name="Gopal Reddy" userId="852d779d8d405db8" providerId="Windows Live" clId="Web-{7478D66B-2726-45F5-8916-A0D8906D162D}" dt="2026-09-20T09:24:15.240" v="57"/>
        <pc:sldMkLst>
          <pc:docMk/>
          <pc:sldMk cId="854288352" sldId="257"/>
        </pc:sldMkLst>
        <pc:spChg chg="mod">
          <ac:chgData name="Gopal Reddy" userId="852d779d8d405db8" providerId="Windows Live" clId="Web-{7478D66B-2726-45F5-8916-A0D8906D162D}" dt="2026-09-20T09:07:00.245" v="10" actId="20577"/>
          <ac:spMkLst>
            <pc:docMk/>
            <pc:sldMk cId="854288352" sldId="257"/>
            <ac:spMk id="2" creationId="{D1B96785-4B8B-FA5B-C78A-A11268074C33}"/>
          </ac:spMkLst>
        </pc:spChg>
        <pc:spChg chg="mod">
          <ac:chgData name="Gopal Reddy" userId="852d779d8d405db8" providerId="Windows Live" clId="Web-{7478D66B-2726-45F5-8916-A0D8906D162D}" dt="2026-09-20T09:09:09.626" v="36" actId="20577"/>
          <ac:spMkLst>
            <pc:docMk/>
            <pc:sldMk cId="854288352" sldId="257"/>
            <ac:spMk id="3" creationId="{410B16D1-28F8-BE3B-D4FC-F1FA056DCCC7}"/>
          </ac:spMkLst>
        </pc:spChg>
        <pc:spChg chg="mod">
          <ac:chgData name="Gopal Reddy" userId="852d779d8d405db8" providerId="Windows Live" clId="Web-{7478D66B-2726-45F5-8916-A0D8906D162D}" dt="2026-09-20T09:07:30.059" v="24" actId="20577"/>
          <ac:spMkLst>
            <pc:docMk/>
            <pc:sldMk cId="854288352" sldId="257"/>
            <ac:spMk id="6" creationId="{AD068555-1BC7-C50B-CCCE-16510F32C912}"/>
          </ac:spMkLst>
        </pc:spChg>
        <pc:spChg chg="mod">
          <ac:chgData name="Gopal Reddy" userId="852d779d8d405db8" providerId="Windows Live" clId="Web-{7478D66B-2726-45F5-8916-A0D8906D162D}" dt="2026-09-20T09:24:09.100" v="51" actId="14100"/>
          <ac:spMkLst>
            <pc:docMk/>
            <pc:sldMk cId="854288352" sldId="257"/>
            <ac:spMk id="10" creationId="{76C98889-0FB0-7BAE-666E-6339C6BFBC6C}"/>
          </ac:spMkLst>
        </pc:spChg>
        <pc:picChg chg="del">
          <ac:chgData name="Gopal Reddy" userId="852d779d8d405db8" providerId="Windows Live" clId="Web-{7478D66B-2726-45F5-8916-A0D8906D162D}" dt="2026-09-20T09:06:30.916" v="0"/>
          <ac:picMkLst>
            <pc:docMk/>
            <pc:sldMk cId="854288352" sldId="257"/>
            <ac:picMk id="7" creationId="{A08EB0EC-B6A5-45A6-CFA7-C2F2F5125266}"/>
          </ac:picMkLst>
        </pc:picChg>
        <pc:picChg chg="del">
          <ac:chgData name="Gopal Reddy" userId="852d779d8d405db8" providerId="Windows Live" clId="Web-{7478D66B-2726-45F5-8916-A0D8906D162D}" dt="2026-09-20T09:06:36.635" v="2"/>
          <ac:picMkLst>
            <pc:docMk/>
            <pc:sldMk cId="854288352" sldId="257"/>
            <ac:picMk id="8" creationId="{70C49BFB-C4DA-714D-C1AC-3022D7E7F454}"/>
          </ac:picMkLst>
        </pc:picChg>
        <pc:picChg chg="del">
          <ac:chgData name="Gopal Reddy" userId="852d779d8d405db8" providerId="Windows Live" clId="Web-{7478D66B-2726-45F5-8916-A0D8906D162D}" dt="2026-09-20T09:06:35.354" v="1"/>
          <ac:picMkLst>
            <pc:docMk/>
            <pc:sldMk cId="854288352" sldId="257"/>
            <ac:picMk id="13" creationId="{736985F1-78C3-EC87-83A0-2D323CD4C9C0}"/>
          </ac:picMkLst>
        </pc:picChg>
        <pc:picChg chg="del">
          <ac:chgData name="Gopal Reddy" userId="852d779d8d405db8" providerId="Windows Live" clId="Web-{7478D66B-2726-45F5-8916-A0D8906D162D}" dt="2026-09-20T09:09:40.737" v="38"/>
          <ac:picMkLst>
            <pc:docMk/>
            <pc:sldMk cId="854288352" sldId="257"/>
            <ac:picMk id="1026" creationId="{B622CF93-811D-06B0-C3DE-91CCEB62CB8F}"/>
          </ac:picMkLst>
        </pc:picChg>
      </pc:sldChg>
      <pc:sldChg chg="delSp modSp mod modClrScheme chgLayout">
        <pc:chgData name="Gopal Reddy" userId="852d779d8d405db8" providerId="Windows Live" clId="Web-{7478D66B-2726-45F5-8916-A0D8906D162D}" dt="2026-09-20T09:24:15.240" v="57"/>
        <pc:sldMkLst>
          <pc:docMk/>
          <pc:sldMk cId="3865209502" sldId="258"/>
        </pc:sldMkLst>
        <pc:spChg chg="mod">
          <ac:chgData name="Gopal Reddy" userId="852d779d8d405db8" providerId="Windows Live" clId="Web-{7478D66B-2726-45F5-8916-A0D8906D162D}" dt="2026-09-20T09:07:37.653" v="25" actId="1076"/>
          <ac:spMkLst>
            <pc:docMk/>
            <pc:sldMk cId="3865209502" sldId="258"/>
            <ac:spMk id="2" creationId="{D1B96785-4B8B-FA5B-C78A-A11268074C33}"/>
          </ac:spMkLst>
        </pc:spChg>
        <pc:spChg chg="mod">
          <ac:chgData name="Gopal Reddy" userId="852d779d8d405db8" providerId="Windows Live" clId="Web-{7478D66B-2726-45F5-8916-A0D8906D162D}" dt="2026-09-20T09:07:48.466" v="27" actId="1076"/>
          <ac:spMkLst>
            <pc:docMk/>
            <pc:sldMk cId="3865209502" sldId="258"/>
            <ac:spMk id="4" creationId="{ED19471D-A4DF-3C83-9AEF-C9FD844FAB91}"/>
          </ac:spMkLst>
        </pc:spChg>
        <pc:spChg chg="mod">
          <ac:chgData name="Gopal Reddy" userId="852d779d8d405db8" providerId="Windows Live" clId="Web-{7478D66B-2726-45F5-8916-A0D8906D162D}" dt="2026-09-20T09:15:17.813" v="43" actId="20577"/>
          <ac:spMkLst>
            <pc:docMk/>
            <pc:sldMk cId="3865209502" sldId="258"/>
            <ac:spMk id="6" creationId="{AD068555-1BC7-C50B-CCCE-16510F32C912}"/>
          </ac:spMkLst>
        </pc:spChg>
        <pc:picChg chg="del">
          <ac:chgData name="Gopal Reddy" userId="852d779d8d405db8" providerId="Windows Live" clId="Web-{7478D66B-2726-45F5-8916-A0D8906D162D}" dt="2026-09-20T09:06:43.213" v="3"/>
          <ac:picMkLst>
            <pc:docMk/>
            <pc:sldMk cId="3865209502" sldId="258"/>
            <ac:picMk id="9" creationId="{A4F95968-7DD7-93BC-CDD3-935B46B29C86}"/>
          </ac:picMkLst>
        </pc:picChg>
        <pc:picChg chg="del">
          <ac:chgData name="Gopal Reddy" userId="852d779d8d405db8" providerId="Windows Live" clId="Web-{7478D66B-2726-45F5-8916-A0D8906D162D}" dt="2026-09-20T09:09:38.753" v="37"/>
          <ac:picMkLst>
            <pc:docMk/>
            <pc:sldMk cId="3865209502" sldId="258"/>
            <ac:picMk id="10" creationId="{10F2171B-75CE-823D-4908-5B6496B0611B}"/>
          </ac:picMkLst>
        </pc:picChg>
        <pc:picChg chg="del">
          <ac:chgData name="Gopal Reddy" userId="852d779d8d405db8" providerId="Windows Live" clId="Web-{7478D66B-2726-45F5-8916-A0D8906D162D}" dt="2026-09-20T09:06:44.385" v="4"/>
          <ac:picMkLst>
            <pc:docMk/>
            <pc:sldMk cId="3865209502" sldId="258"/>
            <ac:picMk id="11" creationId="{DDA2FE8A-5B63-4A2F-3B24-E577D129113A}"/>
          </ac:picMkLst>
        </pc:picChg>
        <pc:picChg chg="del">
          <ac:chgData name="Gopal Reddy" userId="852d779d8d405db8" providerId="Windows Live" clId="Web-{7478D66B-2726-45F5-8916-A0D8906D162D}" dt="2026-09-20T09:06:45.323" v="5"/>
          <ac:picMkLst>
            <pc:docMk/>
            <pc:sldMk cId="3865209502" sldId="258"/>
            <ac:picMk id="12" creationId="{8D56A6E6-9FEB-E12A-1F6A-8FCBFFF9CFAD}"/>
          </ac:picMkLst>
        </pc:picChg>
      </pc:sldChg>
      <pc:sldChg chg="addSp delSp modSp mod modClrScheme chgLayout">
        <pc:chgData name="Gopal Reddy" userId="852d779d8d405db8" providerId="Windows Live" clId="Web-{7478D66B-2726-45F5-8916-A0D8906D162D}" dt="2026-09-20T09:24:15.772" v="58"/>
        <pc:sldMkLst>
          <pc:docMk/>
          <pc:sldMk cId="1262944802" sldId="259"/>
        </pc:sldMkLst>
        <pc:spChg chg="mod">
          <ac:chgData name="Gopal Reddy" userId="852d779d8d405db8" providerId="Windows Live" clId="Web-{7478D66B-2726-45F5-8916-A0D8906D162D}" dt="2026-09-20T09:08:02.607" v="29" actId="1076"/>
          <ac:spMkLst>
            <pc:docMk/>
            <pc:sldMk cId="1262944802" sldId="259"/>
            <ac:spMk id="2" creationId="{D1B96785-4B8B-FA5B-C78A-A11268074C33}"/>
          </ac:spMkLst>
        </pc:spChg>
        <pc:spChg chg="mod">
          <ac:chgData name="Gopal Reddy" userId="852d779d8d405db8" providerId="Windows Live" clId="Web-{7478D66B-2726-45F5-8916-A0D8906D162D}" dt="2026-09-20T09:24:10.678" v="52" actId="20577"/>
          <ac:spMkLst>
            <pc:docMk/>
            <pc:sldMk cId="1262944802" sldId="259"/>
            <ac:spMk id="3" creationId="{00A68FF2-78A6-71A6-F0DB-6CF5C5D20AE8}"/>
          </ac:spMkLst>
        </pc:spChg>
        <pc:spChg chg="mod">
          <ac:chgData name="Gopal Reddy" userId="852d779d8d405db8" providerId="Windows Live" clId="Web-{7478D66B-2726-45F5-8916-A0D8906D162D}" dt="2026-09-20T09:09:54.800" v="41" actId="20577"/>
          <ac:spMkLst>
            <pc:docMk/>
            <pc:sldMk cId="1262944802" sldId="259"/>
            <ac:spMk id="6" creationId="{AD068555-1BC7-C50B-CCCE-16510F32C912}"/>
          </ac:spMkLst>
        </pc:spChg>
        <pc:picChg chg="del">
          <ac:chgData name="Gopal Reddy" userId="852d779d8d405db8" providerId="Windows Live" clId="Web-{7478D66B-2726-45F5-8916-A0D8906D162D}" dt="2026-09-20T09:06:49.370" v="6"/>
          <ac:picMkLst>
            <pc:docMk/>
            <pc:sldMk cId="1262944802" sldId="259"/>
            <ac:picMk id="9" creationId="{61C16131-B2D0-CF61-035E-38CF286C7E39}"/>
          </ac:picMkLst>
        </pc:picChg>
        <pc:picChg chg="add del">
          <ac:chgData name="Gopal Reddy" userId="852d779d8d405db8" providerId="Windows Live" clId="Web-{7478D66B-2726-45F5-8916-A0D8906D162D}" dt="2026-09-20T09:24:15.772" v="58"/>
          <ac:picMkLst>
            <pc:docMk/>
            <pc:sldMk cId="1262944802" sldId="259"/>
            <ac:picMk id="10" creationId="{4B5432AF-6E41-D522-3E02-01E41A966980}"/>
          </ac:picMkLst>
        </pc:picChg>
        <pc:picChg chg="del">
          <ac:chgData name="Gopal Reddy" userId="852d779d8d405db8" providerId="Windows Live" clId="Web-{7478D66B-2726-45F5-8916-A0D8906D162D}" dt="2026-09-20T09:06:51.792" v="8"/>
          <ac:picMkLst>
            <pc:docMk/>
            <pc:sldMk cId="1262944802" sldId="259"/>
            <ac:picMk id="11" creationId="{98BD39B8-9A9F-4A0B-8526-BA46BA2F73EC}"/>
          </ac:picMkLst>
        </pc:picChg>
        <pc:picChg chg="del">
          <ac:chgData name="Gopal Reddy" userId="852d779d8d405db8" providerId="Windows Live" clId="Web-{7478D66B-2726-45F5-8916-A0D8906D162D}" dt="2026-09-20T09:06:50.526" v="7"/>
          <ac:picMkLst>
            <pc:docMk/>
            <pc:sldMk cId="1262944802" sldId="259"/>
            <ac:picMk id="12" creationId="{8D56A6E6-9FEB-E12A-1F6A-8FCBFFF9CFAD}"/>
          </ac:picMkLst>
        </pc:picChg>
      </pc:sldChg>
      <pc:sldChg chg="del">
        <pc:chgData name="Gopal Reddy" userId="852d779d8d405db8" providerId="Windows Live" clId="Web-{7478D66B-2726-45F5-8916-A0D8906D162D}" dt="2026-09-20T09:06:54.933" v="9"/>
        <pc:sldMkLst>
          <pc:docMk/>
          <pc:sldMk cId="1639272484" sldId="261"/>
        </pc:sldMkLst>
      </pc:sldChg>
      <pc:sldMasterChg chg="add del addSldLayout delSldLayout">
        <pc:chgData name="Gopal Reddy" userId="852d779d8d405db8" providerId="Windows Live" clId="Web-{7478D66B-2726-45F5-8916-A0D8906D162D}" dt="2026-09-20T09:24:15.240" v="57"/>
        <pc:sldMasterMkLst>
          <pc:docMk/>
          <pc:sldMasterMk cId="1906558080" sldId="2147483648"/>
        </pc:sldMasterMkLst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3819458607" sldId="2147483649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4130322071" sldId="2147483650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1956788542" sldId="2147483651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1620905056" sldId="2147483652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2685148536" sldId="2147483653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38837247" sldId="2147483654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2154531892" sldId="2147483655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600172598" sldId="2147483656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2312860166" sldId="2147483657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2998269926" sldId="2147483658"/>
          </pc:sldLayoutMkLst>
        </pc:sldLayoutChg>
        <pc:sldLayoutChg chg="add del">
          <pc:chgData name="Gopal Reddy" userId="852d779d8d405db8" providerId="Windows Live" clId="Web-{7478D66B-2726-45F5-8916-A0D8906D162D}" dt="2026-09-20T09:24:15.240" v="57"/>
          <pc:sldLayoutMkLst>
            <pc:docMk/>
            <pc:sldMasterMk cId="1906558080" sldId="2147483648"/>
            <pc:sldLayoutMk cId="3952159624" sldId="2147483659"/>
          </pc:sldLayoutMkLst>
        </pc:sldLayoutChg>
      </pc:sldMasterChg>
      <pc:sldMasterChg chg="add del addSldLayout delSldLayout modSldLayout">
        <pc:chgData name="Gopal Reddy" userId="852d779d8d405db8" providerId="Windows Live" clId="Web-{7478D66B-2726-45F5-8916-A0D8906D162D}" dt="2026-09-20T09:24:15.240" v="57"/>
        <pc:sldMasterMkLst>
          <pc:docMk/>
          <pc:sldMasterMk cId="2610669309" sldId="2147483660"/>
        </pc:sldMasterMkLst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3043903389" sldId="2147483661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1757447583" sldId="2147483662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3519239008" sldId="2147483663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1606486203" sldId="2147483664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617927023" sldId="2147483665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1952249232" sldId="2147483666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97053506" sldId="2147483667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3334439878" sldId="2147483668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3395955742" sldId="2147483669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785758884" sldId="2147483670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415420037" sldId="2147483671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738516547" sldId="2147483672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1990975398" sldId="2147483673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3006066198" sldId="2147483674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194522703" sldId="2147483675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547425246" sldId="2147483676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93411843" sldId="2147483677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3111919961" sldId="2147483678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072134891" sldId="2147483679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51442766" sldId="2147483680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1975090965" sldId="2147483681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372879041" sldId="2147483682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111758977" sldId="2147483683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734710028" sldId="2147483684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776834262" sldId="2147483685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1100389676" sldId="2147483686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2495353663" sldId="2147483687"/>
          </pc:sldLayoutMkLst>
        </pc:sldLayoutChg>
        <pc:sldLayoutChg chg="add del mod replId">
          <pc:chgData name="Gopal Reddy" userId="852d779d8d405db8" providerId="Windows Live" clId="Web-{7478D66B-2726-45F5-8916-A0D8906D162D}" dt="2026-09-20T09:24:15.240" v="57"/>
          <pc:sldLayoutMkLst>
            <pc:docMk/>
            <pc:sldMasterMk cId="2610669309" sldId="2147483660"/>
            <pc:sldLayoutMk cId="1416256696" sldId="2147483688"/>
          </pc:sldLayoutMkLst>
        </pc:sldLayoutChg>
      </pc:sldMasterChg>
      <pc:sldMasterChg chg="add del addSldLayout delSldLayout modSldLayout">
        <pc:chgData name="Gopal Reddy" userId="852d779d8d405db8" providerId="Windows Live" clId="Web-{7478D66B-2726-45F5-8916-A0D8906D162D}" dt="2026-09-20T09:24:14.053" v="56"/>
        <pc:sldMasterMkLst>
          <pc:docMk/>
          <pc:sldMasterMk cId="696863961" sldId="2147483689"/>
        </pc:sldMasterMkLst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763222852" sldId="2147483690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4074030555" sldId="2147483691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491003764" sldId="2147483692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046430636" sldId="2147483693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659581054" sldId="2147483694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452603799" sldId="2147483695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873754969" sldId="2147483696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57230742" sldId="2147483697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435485277" sldId="2147483698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677059366" sldId="2147483699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563995105" sldId="2147483700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330588072" sldId="2147483701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837252034" sldId="2147483702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288194952" sldId="2147483703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4159984642" sldId="2147483704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337919751" sldId="2147483705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701877774" sldId="2147483706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712474735" sldId="2147483707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4087700500" sldId="2147483708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069514949" sldId="2147483709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581757861" sldId="2147483710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472991435" sldId="2147483711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544793282" sldId="2147483712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3811546437" sldId="2147483713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720366583" sldId="2147483714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1210397025" sldId="2147483715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3142257952" sldId="2147483716"/>
          </pc:sldLayoutMkLst>
        </pc:sldLayoutChg>
        <pc:sldLayoutChg chg="add del mod replId">
          <pc:chgData name="Gopal Reddy" userId="852d779d8d405db8" providerId="Windows Live" clId="Web-{7478D66B-2726-45F5-8916-A0D8906D162D}" dt="2026-09-20T09:24:14.053" v="56"/>
          <pc:sldLayoutMkLst>
            <pc:docMk/>
            <pc:sldMasterMk cId="696863961" sldId="2147483689"/>
            <pc:sldLayoutMk cId="2423871029" sldId="2147483717"/>
          </pc:sldLayoutMkLst>
        </pc:sldLayoutChg>
      </pc:sldMasterChg>
      <pc:sldMasterChg chg="add del addSldLayout delSldLayout modSldLayout">
        <pc:chgData name="Gopal Reddy" userId="852d779d8d405db8" providerId="Windows Live" clId="Web-{7478D66B-2726-45F5-8916-A0D8906D162D}" dt="2026-09-20T09:24:13.272" v="55"/>
        <pc:sldMasterMkLst>
          <pc:docMk/>
          <pc:sldMasterMk cId="3415621640" sldId="2147483718"/>
        </pc:sldMasterMkLst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2043307567" sldId="2147483719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4222946941" sldId="2147483720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969039380" sldId="2147483721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3966546976" sldId="2147483722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1824339415" sldId="2147483723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1376391668" sldId="2147483724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1841654499" sldId="2147483725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3771063548" sldId="2147483726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3905587616" sldId="2147483727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3020310018" sldId="2147483728"/>
          </pc:sldLayoutMkLst>
        </pc:sldLayoutChg>
        <pc:sldLayoutChg chg="add del mod replId">
          <pc:chgData name="Gopal Reddy" userId="852d779d8d405db8" providerId="Windows Live" clId="Web-{7478D66B-2726-45F5-8916-A0D8906D162D}" dt="2026-09-20T09:24:13.272" v="55"/>
          <pc:sldLayoutMkLst>
            <pc:docMk/>
            <pc:sldMasterMk cId="3415621640" sldId="2147483718"/>
            <pc:sldLayoutMk cId="3606666132" sldId="2147483729"/>
          </pc:sldLayoutMkLst>
        </pc:sldLayoutChg>
      </pc:sldMasterChg>
      <pc:sldMasterChg chg="add del addSldLayout delSldLayout modSldLayout">
        <pc:chgData name="Gopal Reddy" userId="852d779d8d405db8" providerId="Windows Live" clId="Web-{7478D66B-2726-45F5-8916-A0D8906D162D}" dt="2026-09-20T09:24:12.303" v="54"/>
        <pc:sldMasterMkLst>
          <pc:docMk/>
          <pc:sldMasterMk cId="2708210922" sldId="2147483730"/>
        </pc:sldMasterMkLst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802658783" sldId="2147483731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68641088" sldId="2147483732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489281562" sldId="2147483733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088797279" sldId="2147483734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955297431" sldId="2147483735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600283979" sldId="2147483736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494866937" sldId="2147483737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3794569098" sldId="2147483738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730698937" sldId="2147483739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546672786" sldId="2147483740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143857488" sldId="2147483741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274674847" sldId="2147483742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294797398" sldId="2147483743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420971668" sldId="2147483744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648299942" sldId="2147483745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4218750713" sldId="2147483746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3543073658" sldId="2147483747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877764932" sldId="2147483748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452079676" sldId="2147483749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758546847" sldId="2147483750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028077234" sldId="2147483751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85644673" sldId="2147483752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539275349" sldId="2147483753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706902781" sldId="2147483754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760628923" sldId="2147483755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1315943841" sldId="2147483756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2714655889" sldId="2147483757"/>
          </pc:sldLayoutMkLst>
        </pc:sldLayoutChg>
        <pc:sldLayoutChg chg="add del mod replId">
          <pc:chgData name="Gopal Reddy" userId="852d779d8d405db8" providerId="Windows Live" clId="Web-{7478D66B-2726-45F5-8916-A0D8906D162D}" dt="2026-09-20T09:24:12.303" v="54"/>
          <pc:sldLayoutMkLst>
            <pc:docMk/>
            <pc:sldMasterMk cId="2708210922" sldId="2147483730"/>
            <pc:sldLayoutMk cId="4197183025" sldId="2147483758"/>
          </pc:sldLayoutMkLst>
        </pc:sldLayoutChg>
      </pc:sldMasterChg>
      <pc:sldMasterChg chg="add del addSldLayout delSldLayout modSldLayout">
        <pc:chgData name="Gopal Reddy" userId="852d779d8d405db8" providerId="Windows Live" clId="Web-{7478D66B-2726-45F5-8916-A0D8906D162D}" dt="2026-09-20T09:24:11.490" v="53"/>
        <pc:sldMasterMkLst>
          <pc:docMk/>
          <pc:sldMasterMk cId="2646292171" sldId="2147483759"/>
        </pc:sldMasterMkLst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820998574" sldId="2147483760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4112122025" sldId="2147483761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2984848437" sldId="2147483762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607268187" sldId="2147483763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855938008" sldId="2147483764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2583530075" sldId="2147483765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4159422304" sldId="2147483766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835404775" sldId="2147483767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82746391" sldId="2147483768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1769920720" sldId="2147483769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2255688285" sldId="2147483770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575971573" sldId="2147483771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976400659" sldId="2147483772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765321831" sldId="2147483773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873383549" sldId="2147483774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2758255576" sldId="2147483775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786590120" sldId="2147483776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2502648802" sldId="2147483777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2299479913" sldId="2147483778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2288763626" sldId="2147483779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952454693" sldId="2147483780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462613975" sldId="2147483781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710698054" sldId="2147483782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199800108" sldId="2147483783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971189618" sldId="2147483784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1564016103" sldId="2147483785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3445268285" sldId="2147483786"/>
          </pc:sldLayoutMkLst>
        </pc:sldLayoutChg>
        <pc:sldLayoutChg chg="add del mod replId">
          <pc:chgData name="Gopal Reddy" userId="852d779d8d405db8" providerId="Windows Live" clId="Web-{7478D66B-2726-45F5-8916-A0D8906D162D}" dt="2026-09-20T09:24:11.490" v="53"/>
          <pc:sldLayoutMkLst>
            <pc:docMk/>
            <pc:sldMasterMk cId="2646292171" sldId="2147483759"/>
            <pc:sldLayoutMk cId="931732349" sldId="214748378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/>
                <a:ea typeface="Segoe UI Black"/>
              </a:rPr>
            </a:b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/>
                <a:ea typeface="Segoe UI Black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To analyze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Blinkit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ea typeface="+mn-lt"/>
                <a:cs typeface="+mn-lt"/>
              </a:rPr>
              <a:t> sales performance, customer satisfaction, and inventory distribution using key KPIs and visualizations to identify important insights and opportunities for improvement.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847149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/>
                <a:ea typeface="Segoe UI Black"/>
              </a:rPr>
              <a:t>KPI’s Requirements 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311" y="3546013"/>
            <a:ext cx="7896227" cy="1709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/>
                <a:cs typeface="Arial"/>
              </a:rPr>
              <a:t>Total Sales</a:t>
            </a:r>
            <a:r>
              <a:rPr lang="en-US" altLang="en-US" dirty="0">
                <a:latin typeface="Arial"/>
                <a:cs typeface="Arial"/>
              </a:rPr>
              <a:t>: The overall revenue generated from all items sold.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b="1" dirty="0">
                <a:latin typeface="Arial"/>
                <a:cs typeface="Arial"/>
              </a:rPr>
              <a:t>Average Sales</a:t>
            </a:r>
            <a:r>
              <a:rPr lang="en-US" altLang="en-US" dirty="0">
                <a:latin typeface="Arial"/>
                <a:cs typeface="Arial"/>
              </a:rPr>
              <a:t>: The average revenue per sale.</a:t>
            </a:r>
            <a:endParaRPr lang="en-US"/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b="1" dirty="0">
                <a:latin typeface="Arial"/>
                <a:cs typeface="Arial"/>
              </a:rPr>
              <a:t>Number of Items</a:t>
            </a:r>
            <a:r>
              <a:rPr lang="en-US" altLang="en-US" dirty="0">
                <a:latin typeface="Arial"/>
                <a:cs typeface="Arial"/>
              </a:rPr>
              <a:t>: The total count of different items sold.</a:t>
            </a:r>
            <a:endParaRPr lang="en-US"/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b="1" dirty="0">
                <a:latin typeface="Arial"/>
                <a:cs typeface="Arial"/>
              </a:rPr>
              <a:t>Average Rating</a:t>
            </a:r>
            <a:r>
              <a:rPr lang="en-US" altLang="en-US" dirty="0">
                <a:latin typeface="Arial"/>
                <a:cs typeface="Arial"/>
              </a:rPr>
              <a:t>: The average customer rating for items sold.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93400" y="1138452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93400" y="201714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chemeClr val="bg1"/>
                </a:solidFill>
                <a:highlight>
                  <a:srgbClr val="000000"/>
                </a:highlight>
                <a:ea typeface="+mn-lt"/>
                <a:cs typeface="+mn-lt"/>
              </a:rPr>
              <a:t>Business Requirement Details: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10" y="260371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84385" y="1138452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93400" y="217637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/>
                <a:ea typeface="Segoe UI Black"/>
              </a:rPr>
              <a:t>Chart’s Requirements:</a:t>
            </a:r>
            <a:endParaRPr lang="en-IN" sz="2400" b="1" dirty="0">
              <a:solidFill>
                <a:schemeClr val="bg1"/>
              </a:solidFill>
              <a:highlight>
                <a:srgbClr val="000000"/>
              </a:highlight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40" y="2766619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/>
                <a:ea typeface="Calibri"/>
                <a:cs typeface="Arial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/>
                <a:ea typeface="Calibri"/>
                <a:cs typeface="Arial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Trade Gothic Next Light"/>
                <a:ea typeface="Calibri"/>
                <a:cs typeface="Calibri"/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/>
                <a:ea typeface="Calibri"/>
                <a:cs typeface="Arial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/>
                <a:ea typeface="Calibri"/>
                <a:cs typeface="Arial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Trade Gothic Next Light"/>
                <a:ea typeface="Calibri"/>
                <a:cs typeface="Calibri"/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/>
                <a:ea typeface="Calibri"/>
                <a:cs typeface="Arial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/>
                <a:ea typeface="Calibri"/>
                <a:cs typeface="Arial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Trade Gothic Next Light"/>
                <a:ea typeface="Calibri"/>
                <a:cs typeface="Calibri"/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/>
              <a:ea typeface="Calibri"/>
              <a:cs typeface="Arial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348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Swapnajeet A</cp:lastModifiedBy>
  <cp:revision>49</cp:revision>
  <dcterms:created xsi:type="dcterms:W3CDTF">2024-06-24T12:27:37Z</dcterms:created>
  <dcterms:modified xsi:type="dcterms:W3CDTF">2026-09-20T09:24:19Z</dcterms:modified>
</cp:coreProperties>
</file>